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309" r:id="rId5"/>
  </p:sldIdLst>
  <p:sldSz cx="21945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3A"/>
    <a:srgbClr val="183059"/>
    <a:srgbClr val="D726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D681B9-A745-4EB0-92BB-F3002F091844}" v="26" dt="2025-03-24T07:21:29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40" d="100"/>
          <a:sy n="40" d="100"/>
        </p:scale>
        <p:origin x="14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Cobb27" userId="0b141096-727e-4934-9901-03bcad87ad5b" providerId="ADAL" clId="{C4D681B9-A745-4EB0-92BB-F3002F091844}"/>
    <pc:docChg chg="undo custSel delSld modSld delMainMaster">
      <pc:chgData name="Samuel Cobb27" userId="0b141096-727e-4934-9901-03bcad87ad5b" providerId="ADAL" clId="{C4D681B9-A745-4EB0-92BB-F3002F091844}" dt="2025-03-24T08:03:45.976" v="1235" actId="2696"/>
      <pc:docMkLst>
        <pc:docMk/>
      </pc:docMkLst>
      <pc:sldChg chg="del">
        <pc:chgData name="Samuel Cobb27" userId="0b141096-727e-4934-9901-03bcad87ad5b" providerId="ADAL" clId="{C4D681B9-A745-4EB0-92BB-F3002F091844}" dt="2025-03-24T08:03:45.976" v="1235" actId="2696"/>
        <pc:sldMkLst>
          <pc:docMk/>
          <pc:sldMk cId="1638454131" sldId="256"/>
        </pc:sldMkLst>
      </pc:sldChg>
      <pc:sldChg chg="addSp delSp modSp mod">
        <pc:chgData name="Samuel Cobb27" userId="0b141096-727e-4934-9901-03bcad87ad5b" providerId="ADAL" clId="{C4D681B9-A745-4EB0-92BB-F3002F091844}" dt="2025-03-24T07:29:15.626" v="1234" actId="1036"/>
        <pc:sldMkLst>
          <pc:docMk/>
          <pc:sldMk cId="2995084858" sldId="309"/>
        </pc:sldMkLst>
        <pc:spChg chg="add del mod">
          <ac:chgData name="Samuel Cobb27" userId="0b141096-727e-4934-9901-03bcad87ad5b" providerId="ADAL" clId="{C4D681B9-A745-4EB0-92BB-F3002F091844}" dt="2025-03-24T06:59:44.239" v="273" actId="1076"/>
          <ac:spMkLst>
            <pc:docMk/>
            <pc:sldMk cId="2995084858" sldId="309"/>
            <ac:spMk id="4" creationId="{ACE03C34-F3CB-4D7E-BED6-4912BED00063}"/>
          </ac:spMkLst>
        </pc:spChg>
        <pc:spChg chg="mod">
          <ac:chgData name="Samuel Cobb27" userId="0b141096-727e-4934-9901-03bcad87ad5b" providerId="ADAL" clId="{C4D681B9-A745-4EB0-92BB-F3002F091844}" dt="2025-03-24T06:56:21.328" v="74" actId="1076"/>
          <ac:spMkLst>
            <pc:docMk/>
            <pc:sldMk cId="2995084858" sldId="309"/>
            <ac:spMk id="12" creationId="{C2AB02B3-FF6D-4ED8-9042-A3C19D418301}"/>
          </ac:spMkLst>
        </pc:spChg>
        <pc:spChg chg="mod">
          <ac:chgData name="Samuel Cobb27" userId="0b141096-727e-4934-9901-03bcad87ad5b" providerId="ADAL" clId="{C4D681B9-A745-4EB0-92BB-F3002F091844}" dt="2025-03-24T07:18:55.696" v="1047" actId="14100"/>
          <ac:spMkLst>
            <pc:docMk/>
            <pc:sldMk cId="2995084858" sldId="309"/>
            <ac:spMk id="13" creationId="{8B43C867-B3D6-4C39-8B9F-FCDACBB0336D}"/>
          </ac:spMkLst>
        </pc:spChg>
        <pc:spChg chg="mod">
          <ac:chgData name="Samuel Cobb27" userId="0b141096-727e-4934-9901-03bcad87ad5b" providerId="ADAL" clId="{C4D681B9-A745-4EB0-92BB-F3002F091844}" dt="2025-03-24T07:26:34.642" v="1140" actId="14100"/>
          <ac:spMkLst>
            <pc:docMk/>
            <pc:sldMk cId="2995084858" sldId="309"/>
            <ac:spMk id="14" creationId="{B11DCBAC-78BF-402D-9060-61A22D93863D}"/>
          </ac:spMkLst>
        </pc:spChg>
        <pc:spChg chg="mod">
          <ac:chgData name="Samuel Cobb27" userId="0b141096-727e-4934-9901-03bcad87ad5b" providerId="ADAL" clId="{C4D681B9-A745-4EB0-92BB-F3002F091844}" dt="2025-03-24T07:26:09.588" v="1113" actId="14100"/>
          <ac:spMkLst>
            <pc:docMk/>
            <pc:sldMk cId="2995084858" sldId="309"/>
            <ac:spMk id="19" creationId="{687E1A1E-2D7E-4B05-BE73-DD92B6042928}"/>
          </ac:spMkLst>
        </pc:spChg>
        <pc:spChg chg="del">
          <ac:chgData name="Samuel Cobb27" userId="0b141096-727e-4934-9901-03bcad87ad5b" providerId="ADAL" clId="{C4D681B9-A745-4EB0-92BB-F3002F091844}" dt="2025-03-24T06:59:49.125" v="275" actId="478"/>
          <ac:spMkLst>
            <pc:docMk/>
            <pc:sldMk cId="2995084858" sldId="309"/>
            <ac:spMk id="23" creationId="{1F49F787-8F42-B057-E646-02370B326EA0}"/>
          </ac:spMkLst>
        </pc:spChg>
        <pc:spChg chg="del">
          <ac:chgData name="Samuel Cobb27" userId="0b141096-727e-4934-9901-03bcad87ad5b" providerId="ADAL" clId="{C4D681B9-A745-4EB0-92BB-F3002F091844}" dt="2025-03-24T06:59:47.406" v="274" actId="478"/>
          <ac:spMkLst>
            <pc:docMk/>
            <pc:sldMk cId="2995084858" sldId="309"/>
            <ac:spMk id="24" creationId="{CA349941-201A-53D3-F3C4-22C1B71EFA7E}"/>
          </ac:spMkLst>
        </pc:spChg>
        <pc:spChg chg="mod">
          <ac:chgData name="Samuel Cobb27" userId="0b141096-727e-4934-9901-03bcad87ad5b" providerId="ADAL" clId="{C4D681B9-A745-4EB0-92BB-F3002F091844}" dt="2025-03-24T07:12:12.433" v="928" actId="1076"/>
          <ac:spMkLst>
            <pc:docMk/>
            <pc:sldMk cId="2995084858" sldId="309"/>
            <ac:spMk id="27" creationId="{FE76E88D-576A-402A-B2C7-5209071C12AC}"/>
          </ac:spMkLst>
        </pc:spChg>
        <pc:spChg chg="del">
          <ac:chgData name="Samuel Cobb27" userId="0b141096-727e-4934-9901-03bcad87ad5b" providerId="ADAL" clId="{C4D681B9-A745-4EB0-92BB-F3002F091844}" dt="2025-03-24T06:54:08.185" v="38" actId="478"/>
          <ac:spMkLst>
            <pc:docMk/>
            <pc:sldMk cId="2995084858" sldId="309"/>
            <ac:spMk id="29" creationId="{33221A19-557B-89CC-74CB-19218D9C4429}"/>
          </ac:spMkLst>
        </pc:spChg>
        <pc:spChg chg="del">
          <ac:chgData name="Samuel Cobb27" userId="0b141096-727e-4934-9901-03bcad87ad5b" providerId="ADAL" clId="{C4D681B9-A745-4EB0-92BB-F3002F091844}" dt="2025-03-24T06:54:02.035" v="37" actId="478"/>
          <ac:spMkLst>
            <pc:docMk/>
            <pc:sldMk cId="2995084858" sldId="309"/>
            <ac:spMk id="30" creationId="{D60C8B2B-621D-341C-5716-F65CE606330C}"/>
          </ac:spMkLst>
        </pc:spChg>
        <pc:spChg chg="del">
          <ac:chgData name="Samuel Cobb27" userId="0b141096-727e-4934-9901-03bcad87ad5b" providerId="ADAL" clId="{C4D681B9-A745-4EB0-92BB-F3002F091844}" dt="2025-03-24T06:54:11.891" v="39" actId="478"/>
          <ac:spMkLst>
            <pc:docMk/>
            <pc:sldMk cId="2995084858" sldId="309"/>
            <ac:spMk id="31" creationId="{B62C15F6-2D6D-FD01-120B-4D2A098D9FD2}"/>
          </ac:spMkLst>
        </pc:spChg>
        <pc:spChg chg="mod">
          <ac:chgData name="Samuel Cobb27" userId="0b141096-727e-4934-9901-03bcad87ad5b" providerId="ADAL" clId="{C4D681B9-A745-4EB0-92BB-F3002F091844}" dt="2025-03-24T07:18:48.623" v="1045" actId="1076"/>
          <ac:spMkLst>
            <pc:docMk/>
            <pc:sldMk cId="2995084858" sldId="309"/>
            <ac:spMk id="35" creationId="{44D190E1-C93F-4200-9000-A25622CEB933}"/>
          </ac:spMkLst>
        </pc:spChg>
        <pc:spChg chg="del">
          <ac:chgData name="Samuel Cobb27" userId="0b141096-727e-4934-9901-03bcad87ad5b" providerId="ADAL" clId="{C4D681B9-A745-4EB0-92BB-F3002F091844}" dt="2025-03-24T06:54:14.863" v="40" actId="478"/>
          <ac:spMkLst>
            <pc:docMk/>
            <pc:sldMk cId="2995084858" sldId="309"/>
            <ac:spMk id="42" creationId="{6E3C37F7-382B-0904-4829-E6FB6CE0C41C}"/>
          </ac:spMkLst>
        </pc:spChg>
        <pc:spChg chg="add mod">
          <ac:chgData name="Samuel Cobb27" userId="0b141096-727e-4934-9901-03bcad87ad5b" providerId="ADAL" clId="{C4D681B9-A745-4EB0-92BB-F3002F091844}" dt="2025-03-24T06:55:32.247" v="57" actId="1076"/>
          <ac:spMkLst>
            <pc:docMk/>
            <pc:sldMk cId="2995084858" sldId="309"/>
            <ac:spMk id="52" creationId="{C0DB5EA7-4E9E-49F2-3F72-74B030071493}"/>
          </ac:spMkLst>
        </pc:spChg>
        <pc:spChg chg="add mod">
          <ac:chgData name="Samuel Cobb27" userId="0b141096-727e-4934-9901-03bcad87ad5b" providerId="ADAL" clId="{C4D681B9-A745-4EB0-92BB-F3002F091844}" dt="2025-03-24T06:55:39.681" v="62" actId="1036"/>
          <ac:spMkLst>
            <pc:docMk/>
            <pc:sldMk cId="2995084858" sldId="309"/>
            <ac:spMk id="53" creationId="{FD00D670-67A1-3E8E-8490-85E5E1D5AAB2}"/>
          </ac:spMkLst>
        </pc:spChg>
        <pc:spChg chg="add mod">
          <ac:chgData name="Samuel Cobb27" userId="0b141096-727e-4934-9901-03bcad87ad5b" providerId="ADAL" clId="{C4D681B9-A745-4EB0-92BB-F3002F091844}" dt="2025-03-24T06:57:11.053" v="172" actId="1035"/>
          <ac:spMkLst>
            <pc:docMk/>
            <pc:sldMk cId="2995084858" sldId="309"/>
            <ac:spMk id="59" creationId="{61850896-B4A9-D271-B13E-528928950739}"/>
          </ac:spMkLst>
        </pc:spChg>
        <pc:spChg chg="add mod">
          <ac:chgData name="Samuel Cobb27" userId="0b141096-727e-4934-9901-03bcad87ad5b" providerId="ADAL" clId="{C4D681B9-A745-4EB0-92BB-F3002F091844}" dt="2025-03-24T06:57:11.053" v="172" actId="1035"/>
          <ac:spMkLst>
            <pc:docMk/>
            <pc:sldMk cId="2995084858" sldId="309"/>
            <ac:spMk id="60" creationId="{D309CE50-5CCA-010D-CB1F-C0DC24156F48}"/>
          </ac:spMkLst>
        </pc:spChg>
        <pc:spChg chg="add mod">
          <ac:chgData name="Samuel Cobb27" userId="0b141096-727e-4934-9901-03bcad87ad5b" providerId="ADAL" clId="{C4D681B9-A745-4EB0-92BB-F3002F091844}" dt="2025-03-24T07:26:19.698" v="1139" actId="1036"/>
          <ac:spMkLst>
            <pc:docMk/>
            <pc:sldMk cId="2995084858" sldId="309"/>
            <ac:spMk id="62" creationId="{47C9B4BD-36EF-3AB7-0467-2456564C7844}"/>
          </ac:spMkLst>
        </pc:spChg>
        <pc:spChg chg="add mod">
          <ac:chgData name="Samuel Cobb27" userId="0b141096-727e-4934-9901-03bcad87ad5b" providerId="ADAL" clId="{C4D681B9-A745-4EB0-92BB-F3002F091844}" dt="2025-03-24T06:58:57.847" v="265" actId="20577"/>
          <ac:spMkLst>
            <pc:docMk/>
            <pc:sldMk cId="2995084858" sldId="309"/>
            <ac:spMk id="74" creationId="{95FAD23A-4FAB-35C6-F44B-1B2E84845669}"/>
          </ac:spMkLst>
        </pc:spChg>
        <pc:spChg chg="add mod">
          <ac:chgData name="Samuel Cobb27" userId="0b141096-727e-4934-9901-03bcad87ad5b" providerId="ADAL" clId="{C4D681B9-A745-4EB0-92BB-F3002F091844}" dt="2025-03-24T06:59:04.044" v="267" actId="1076"/>
          <ac:spMkLst>
            <pc:docMk/>
            <pc:sldMk cId="2995084858" sldId="309"/>
            <ac:spMk id="75" creationId="{9BA6E448-083F-1BC7-0BE8-CAF034EF0CB1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78" creationId="{1077D65F-E6A5-71DD-35C8-77F6D2FBD0C2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79" creationId="{C7B3368E-3FC0-6384-9B59-C6B631E550E2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1" creationId="{00C51FC5-3615-0491-70B6-6F45F46FED78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2" creationId="{58302F9F-5EF6-5EE8-7689-0CAAA6D6898D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5" creationId="{38D13741-CB2E-A59B-07BE-5C44249CCE68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6" creationId="{84E8BE73-3BC3-F78E-1F19-0C33CD41B4E4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7" creationId="{03494916-B1F7-566B-D1F2-D47482332A91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88" creationId="{F364211E-30EC-25C2-D161-B1DD421A63EE}"/>
          </ac:spMkLst>
        </pc:spChg>
        <pc:spChg chg="add mod">
          <ac:chgData name="Samuel Cobb27" userId="0b141096-727e-4934-9901-03bcad87ad5b" providerId="ADAL" clId="{C4D681B9-A745-4EB0-92BB-F3002F091844}" dt="2025-03-24T07:06:25.422" v="866" actId="1035"/>
          <ac:spMkLst>
            <pc:docMk/>
            <pc:sldMk cId="2995084858" sldId="309"/>
            <ac:spMk id="99" creationId="{B57F93F0-C688-61CF-C050-1924D0DFC939}"/>
          </ac:spMkLst>
        </pc:spChg>
        <pc:spChg chg="add mod ord">
          <ac:chgData name="Samuel Cobb27" userId="0b141096-727e-4934-9901-03bcad87ad5b" providerId="ADAL" clId="{C4D681B9-A745-4EB0-92BB-F3002F091844}" dt="2025-03-24T07:17:19.331" v="1014" actId="14100"/>
          <ac:spMkLst>
            <pc:docMk/>
            <pc:sldMk cId="2995084858" sldId="309"/>
            <ac:spMk id="100" creationId="{30E3B318-3A96-3DCD-5428-BE08D34C35B4}"/>
          </ac:spMkLst>
        </pc:spChg>
        <pc:spChg chg="add mod ord">
          <ac:chgData name="Samuel Cobb27" userId="0b141096-727e-4934-9901-03bcad87ad5b" providerId="ADAL" clId="{C4D681B9-A745-4EB0-92BB-F3002F091844}" dt="2025-03-24T07:18:44.848" v="1044" actId="14100"/>
          <ac:spMkLst>
            <pc:docMk/>
            <pc:sldMk cId="2995084858" sldId="309"/>
            <ac:spMk id="101" creationId="{92A9792B-AEE6-7FE1-EE79-8A671EF32A5D}"/>
          </ac:spMkLst>
        </pc:spChg>
        <pc:spChg chg="add mod">
          <ac:chgData name="Samuel Cobb27" userId="0b141096-727e-4934-9901-03bcad87ad5b" providerId="ADAL" clId="{C4D681B9-A745-4EB0-92BB-F3002F091844}" dt="2025-03-24T07:28:57.335" v="1228" actId="1035"/>
          <ac:spMkLst>
            <pc:docMk/>
            <pc:sldMk cId="2995084858" sldId="309"/>
            <ac:spMk id="102" creationId="{371D0E93-092B-2214-E0A5-345F6F8A4BB0}"/>
          </ac:spMkLst>
        </pc:spChg>
        <pc:spChg chg="add mod">
          <ac:chgData name="Samuel Cobb27" userId="0b141096-727e-4934-9901-03bcad87ad5b" providerId="ADAL" clId="{C4D681B9-A745-4EB0-92BB-F3002F091844}" dt="2025-03-24T07:29:15.626" v="1234" actId="1036"/>
          <ac:spMkLst>
            <pc:docMk/>
            <pc:sldMk cId="2995084858" sldId="309"/>
            <ac:spMk id="103" creationId="{D12BA520-D0D9-042E-402A-39E230888B7B}"/>
          </ac:spMkLst>
        </pc:spChg>
        <pc:picChg chg="mod">
          <ac:chgData name="Samuel Cobb27" userId="0b141096-727e-4934-9901-03bcad87ad5b" providerId="ADAL" clId="{C4D681B9-A745-4EB0-92BB-F3002F091844}" dt="2025-03-24T07:06:17.188" v="854" actId="1036"/>
          <ac:picMkLst>
            <pc:docMk/>
            <pc:sldMk cId="2995084858" sldId="309"/>
            <ac:picMk id="3" creationId="{D242AD38-13F3-3C9E-B7A1-11ACE06CEF03}"/>
          </ac:picMkLst>
        </pc:picChg>
        <pc:picChg chg="del">
          <ac:chgData name="Samuel Cobb27" userId="0b141096-727e-4934-9901-03bcad87ad5b" providerId="ADAL" clId="{C4D681B9-A745-4EB0-92BB-F3002F091844}" dt="2025-03-24T06:59:41.402" v="269" actId="478"/>
          <ac:picMkLst>
            <pc:docMk/>
            <pc:sldMk cId="2995084858" sldId="309"/>
            <ac:picMk id="22" creationId="{B8E69909-B5D2-4630-FEFD-F5A4D7ACA519}"/>
          </ac:picMkLst>
        </pc:picChg>
        <pc:picChg chg="del">
          <ac:chgData name="Samuel Cobb27" userId="0b141096-727e-4934-9901-03bcad87ad5b" providerId="ADAL" clId="{C4D681B9-A745-4EB0-92BB-F3002F091844}" dt="2025-03-24T06:53:51.985" v="36" actId="478"/>
          <ac:picMkLst>
            <pc:docMk/>
            <pc:sldMk cId="2995084858" sldId="309"/>
            <ac:picMk id="28" creationId="{829F2DED-2782-AA3F-1FF4-DA11840395C5}"/>
          </ac:picMkLst>
        </pc:picChg>
        <pc:picChg chg="mod">
          <ac:chgData name="Samuel Cobb27" userId="0b141096-727e-4934-9901-03bcad87ad5b" providerId="ADAL" clId="{C4D681B9-A745-4EB0-92BB-F3002F091844}" dt="2025-03-24T07:19:04.412" v="1050" actId="1076"/>
          <ac:picMkLst>
            <pc:docMk/>
            <pc:sldMk cId="2995084858" sldId="309"/>
            <ac:picMk id="39" creationId="{2FEFF052-1589-B23F-1A17-C6A3646AE865}"/>
          </ac:picMkLst>
        </pc:picChg>
        <pc:picChg chg="mod modCrop">
          <ac:chgData name="Samuel Cobb27" userId="0b141096-727e-4934-9901-03bcad87ad5b" providerId="ADAL" clId="{C4D681B9-A745-4EB0-92BB-F3002F091844}" dt="2025-03-24T07:28:12.382" v="1213" actId="1036"/>
          <ac:picMkLst>
            <pc:docMk/>
            <pc:sldMk cId="2995084858" sldId="309"/>
            <ac:picMk id="41" creationId="{713B1A6E-ECB8-0847-21EB-E772C9087BA2}"/>
          </ac:picMkLst>
        </pc:picChg>
        <pc:picChg chg="add mod">
          <ac:chgData name="Samuel Cobb27" userId="0b141096-727e-4934-9901-03bcad87ad5b" providerId="ADAL" clId="{C4D681B9-A745-4EB0-92BB-F3002F091844}" dt="2025-03-24T06:55:09.905" v="50" actId="1076"/>
          <ac:picMkLst>
            <pc:docMk/>
            <pc:sldMk cId="2995084858" sldId="309"/>
            <ac:picMk id="44" creationId="{9BE3278B-61E5-14EA-96C2-17A941AB84E6}"/>
          </ac:picMkLst>
        </pc:picChg>
        <pc:picChg chg="add mod">
          <ac:chgData name="Samuel Cobb27" userId="0b141096-727e-4934-9901-03bcad87ad5b" providerId="ADAL" clId="{C4D681B9-A745-4EB0-92BB-F3002F091844}" dt="2025-03-24T06:57:11.053" v="172" actId="1035"/>
          <ac:picMkLst>
            <pc:docMk/>
            <pc:sldMk cId="2995084858" sldId="309"/>
            <ac:picMk id="54" creationId="{59521C8A-90C4-DF33-338A-A877D3E69880}"/>
          </ac:picMkLst>
        </pc:picChg>
        <pc:picChg chg="add mod">
          <ac:chgData name="Samuel Cobb27" userId="0b141096-727e-4934-9901-03bcad87ad5b" providerId="ADAL" clId="{C4D681B9-A745-4EB0-92BB-F3002F091844}" dt="2025-03-24T06:58:32.053" v="257" actId="1076"/>
          <ac:picMkLst>
            <pc:docMk/>
            <pc:sldMk cId="2995084858" sldId="309"/>
            <ac:picMk id="61" creationId="{039FCC7C-B387-C4F5-E15B-BF04256B1849}"/>
          </ac:picMkLst>
        </pc:picChg>
        <pc:cxnChg chg="add mod">
          <ac:chgData name="Samuel Cobb27" userId="0b141096-727e-4934-9901-03bcad87ad5b" providerId="ADAL" clId="{C4D681B9-A745-4EB0-92BB-F3002F091844}" dt="2025-03-24T06:54:54.244" v="45" actId="1582"/>
          <ac:cxnSpMkLst>
            <pc:docMk/>
            <pc:sldMk cId="2995084858" sldId="309"/>
            <ac:cxnSpMk id="48" creationId="{428119F9-E9A6-784E-27F4-E6E804C342E8}"/>
          </ac:cxnSpMkLst>
        </pc:cxnChg>
        <pc:cxnChg chg="add mod">
          <ac:chgData name="Samuel Cobb27" userId="0b141096-727e-4934-9901-03bcad87ad5b" providerId="ADAL" clId="{C4D681B9-A745-4EB0-92BB-F3002F091844}" dt="2025-03-24T06:55:03.460" v="49" actId="14100"/>
          <ac:cxnSpMkLst>
            <pc:docMk/>
            <pc:sldMk cId="2995084858" sldId="309"/>
            <ac:cxnSpMk id="49" creationId="{71D88846-6D1A-3AC0-D3CC-D343C84C8E7F}"/>
          </ac:cxnSpMkLst>
        </pc:cxnChg>
        <pc:cxnChg chg="add mod">
          <ac:chgData name="Samuel Cobb27" userId="0b141096-727e-4934-9901-03bcad87ad5b" providerId="ADAL" clId="{C4D681B9-A745-4EB0-92BB-F3002F091844}" dt="2025-03-24T06:57:11.053" v="172" actId="1035"/>
          <ac:cxnSpMkLst>
            <pc:docMk/>
            <pc:sldMk cId="2995084858" sldId="309"/>
            <ac:cxnSpMk id="55" creationId="{9B63B3EF-BCE9-9993-DE4F-DF9C9F5C8A6B}"/>
          </ac:cxnSpMkLst>
        </pc:cxnChg>
        <pc:cxnChg chg="add mod">
          <ac:chgData name="Samuel Cobb27" userId="0b141096-727e-4934-9901-03bcad87ad5b" providerId="ADAL" clId="{C4D681B9-A745-4EB0-92BB-F3002F091844}" dt="2025-03-24T06:57:11.053" v="172" actId="1035"/>
          <ac:cxnSpMkLst>
            <pc:docMk/>
            <pc:sldMk cId="2995084858" sldId="309"/>
            <ac:cxnSpMk id="57" creationId="{BE399B2E-61F8-252B-1C31-B9F68600F569}"/>
          </ac:cxnSpMkLst>
        </pc:cxnChg>
        <pc:cxnChg chg="add mod">
          <ac:chgData name="Samuel Cobb27" userId="0b141096-727e-4934-9901-03bcad87ad5b" providerId="ADAL" clId="{C4D681B9-A745-4EB0-92BB-F3002F091844}" dt="2025-03-24T06:58:35.338" v="258" actId="14100"/>
          <ac:cxnSpMkLst>
            <pc:docMk/>
            <pc:sldMk cId="2995084858" sldId="309"/>
            <ac:cxnSpMk id="63" creationId="{1D1A5C62-0A68-40A7-2678-599973F875C6}"/>
          </ac:cxnSpMkLst>
        </pc:cxnChg>
        <pc:cxnChg chg="add mod">
          <ac:chgData name="Samuel Cobb27" userId="0b141096-727e-4934-9901-03bcad87ad5b" providerId="ADAL" clId="{C4D681B9-A745-4EB0-92BB-F3002F091844}" dt="2025-03-24T06:58:47.143" v="262" actId="14100"/>
          <ac:cxnSpMkLst>
            <pc:docMk/>
            <pc:sldMk cId="2995084858" sldId="309"/>
            <ac:cxnSpMk id="69" creationId="{5A0957AA-C7E5-8BB4-8A6B-30A2EAA3D432}"/>
          </ac:cxnSpMkLst>
        </pc:cxnChg>
        <pc:cxnChg chg="mod">
          <ac:chgData name="Samuel Cobb27" userId="0b141096-727e-4934-9901-03bcad87ad5b" providerId="ADAL" clId="{C4D681B9-A745-4EB0-92BB-F3002F091844}" dt="2025-03-24T07:00:33.323" v="285" actId="14100"/>
          <ac:cxnSpMkLst>
            <pc:docMk/>
            <pc:sldMk cId="2995084858" sldId="309"/>
            <ac:cxnSpMk id="76" creationId="{15773B93-1500-7AD7-1DB1-C54426CA1648}"/>
          </ac:cxnSpMkLst>
        </pc:cxnChg>
        <pc:cxnChg chg="mod">
          <ac:chgData name="Samuel Cobb27" userId="0b141096-727e-4934-9901-03bcad87ad5b" providerId="ADAL" clId="{C4D681B9-A745-4EB0-92BB-F3002F091844}" dt="2025-03-24T07:00:42.991" v="308" actId="1038"/>
          <ac:cxnSpMkLst>
            <pc:docMk/>
            <pc:sldMk cId="2995084858" sldId="309"/>
            <ac:cxnSpMk id="77" creationId="{E585DF58-6B2A-6F38-5524-40C1513113FE}"/>
          </ac:cxnSpMkLst>
        </pc:cxnChg>
        <pc:cxnChg chg="add mod">
          <ac:chgData name="Samuel Cobb27" userId="0b141096-727e-4934-9901-03bcad87ad5b" providerId="ADAL" clId="{C4D681B9-A745-4EB0-92BB-F3002F091844}" dt="2025-03-24T07:06:25.422" v="866" actId="1035"/>
          <ac:cxnSpMkLst>
            <pc:docMk/>
            <pc:sldMk cId="2995084858" sldId="309"/>
            <ac:cxnSpMk id="80" creationId="{3E16FE9B-D877-49EB-AFB7-56AFF5D75A51}"/>
          </ac:cxnSpMkLst>
        </pc:cxnChg>
        <pc:cxnChg chg="mod">
          <ac:chgData name="Samuel Cobb27" userId="0b141096-727e-4934-9901-03bcad87ad5b" providerId="ADAL" clId="{C4D681B9-A745-4EB0-92BB-F3002F091844}" dt="2025-03-24T07:02:18.147" v="588" actId="1037"/>
          <ac:cxnSpMkLst>
            <pc:docMk/>
            <pc:sldMk cId="2995084858" sldId="309"/>
            <ac:cxnSpMk id="83" creationId="{B4F1C580-AE87-3D35-9088-4F0010243762}"/>
          </ac:cxnSpMkLst>
        </pc:cxnChg>
        <pc:cxnChg chg="mod">
          <ac:chgData name="Samuel Cobb27" userId="0b141096-727e-4934-9901-03bcad87ad5b" providerId="ADAL" clId="{C4D681B9-A745-4EB0-92BB-F3002F091844}" dt="2025-03-24T07:02:53.296" v="605" actId="1037"/>
          <ac:cxnSpMkLst>
            <pc:docMk/>
            <pc:sldMk cId="2995084858" sldId="309"/>
            <ac:cxnSpMk id="84" creationId="{6964EAB0-95B1-03E5-F577-D76DEC07A100}"/>
          </ac:cxnSpMkLst>
        </pc:cxnChg>
        <pc:cxnChg chg="add mod">
          <ac:chgData name="Samuel Cobb27" userId="0b141096-727e-4934-9901-03bcad87ad5b" providerId="ADAL" clId="{C4D681B9-A745-4EB0-92BB-F3002F091844}" dt="2025-03-24T07:03:35.367" v="633" actId="1036"/>
          <ac:cxnSpMkLst>
            <pc:docMk/>
            <pc:sldMk cId="2995084858" sldId="309"/>
            <ac:cxnSpMk id="89" creationId="{567FFF17-C3F8-31B7-7BA9-6C7DF298432C}"/>
          </ac:cxnSpMkLst>
        </pc:cxnChg>
      </pc:sldChg>
      <pc:sldMasterChg chg="del delSldLayout">
        <pc:chgData name="Samuel Cobb27" userId="0b141096-727e-4934-9901-03bcad87ad5b" providerId="ADAL" clId="{C4D681B9-A745-4EB0-92BB-F3002F091844}" dt="2025-03-24T08:03:45.976" v="1235" actId="2696"/>
        <pc:sldMasterMkLst>
          <pc:docMk/>
          <pc:sldMasterMk cId="2254764600" sldId="2147483672"/>
        </pc:sldMasterMkLst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78180851" sldId="2147483673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417672581" sldId="2147483674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2457289006" sldId="2147483675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607922819" sldId="2147483676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348016870" sldId="2147483677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2870539756" sldId="2147483678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689736682" sldId="2147483679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628494410" sldId="2147483680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4253070526" sldId="2147483681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1074389353" sldId="2147483682"/>
          </pc:sldLayoutMkLst>
        </pc:sldLayoutChg>
        <pc:sldLayoutChg chg="del">
          <pc:chgData name="Samuel Cobb27" userId="0b141096-727e-4934-9901-03bcad87ad5b" providerId="ADAL" clId="{C4D681B9-A745-4EB0-92BB-F3002F091844}" dt="2025-03-24T08:03:45.976" v="1235" actId="2696"/>
          <pc:sldLayoutMkLst>
            <pc:docMk/>
            <pc:sldMasterMk cId="2254764600" sldId="2147483672"/>
            <pc:sldLayoutMk cId="3807952705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A5CD1-9077-4D71-9643-870B9BB1B539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DA54E-DF48-467A-ADC3-49D5E6220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9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921715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843430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276514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368686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460857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5530291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6452006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7373722" algn="l" defTabSz="1843430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693671"/>
            <a:ext cx="18653760" cy="5730240"/>
          </a:xfrm>
        </p:spPr>
        <p:txBody>
          <a:bodyPr anchor="b"/>
          <a:lstStyle>
            <a:lvl1pPr algn="ctr">
              <a:defRPr sz="1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8644891"/>
            <a:ext cx="16459200" cy="3973829"/>
          </a:xfrm>
        </p:spPr>
        <p:txBody>
          <a:bodyPr/>
          <a:lstStyle>
            <a:lvl1pPr marL="0" indent="0" algn="ctr">
              <a:buNone/>
              <a:defRPr sz="5119"/>
            </a:lvl1pPr>
            <a:lvl2pPr marL="975262" indent="0" algn="ctr">
              <a:buNone/>
              <a:defRPr sz="4266"/>
            </a:lvl2pPr>
            <a:lvl3pPr marL="1950525" indent="0" algn="ctr">
              <a:buNone/>
              <a:defRPr sz="3840"/>
            </a:lvl3pPr>
            <a:lvl4pPr marL="2925787" indent="0" algn="ctr">
              <a:buNone/>
              <a:defRPr sz="3413"/>
            </a:lvl4pPr>
            <a:lvl5pPr marL="3901050" indent="0" algn="ctr">
              <a:buNone/>
              <a:defRPr sz="3413"/>
            </a:lvl5pPr>
            <a:lvl6pPr marL="4876312" indent="0" algn="ctr">
              <a:buNone/>
              <a:defRPr sz="3413"/>
            </a:lvl6pPr>
            <a:lvl7pPr marL="5851575" indent="0" algn="ctr">
              <a:buNone/>
              <a:defRPr sz="3413"/>
            </a:lvl7pPr>
            <a:lvl8pPr marL="6826837" indent="0" algn="ctr">
              <a:buNone/>
              <a:defRPr sz="3413"/>
            </a:lvl8pPr>
            <a:lvl9pPr marL="7802100" indent="0" algn="ctr">
              <a:buNone/>
              <a:defRPr sz="34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6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3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4103375"/>
            <a:ext cx="18928080" cy="6846569"/>
          </a:xfrm>
        </p:spPr>
        <p:txBody>
          <a:bodyPr anchor="b"/>
          <a:lstStyle>
            <a:lvl1pPr>
              <a:defRPr sz="1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11014715"/>
            <a:ext cx="18928080" cy="3600449"/>
          </a:xfrm>
        </p:spPr>
        <p:txBody>
          <a:bodyPr/>
          <a:lstStyle>
            <a:lvl1pPr marL="0" indent="0">
              <a:buNone/>
              <a:defRPr sz="5119">
                <a:solidFill>
                  <a:schemeClr val="tx1"/>
                </a:solidFill>
              </a:defRPr>
            </a:lvl1pPr>
            <a:lvl2pPr marL="975262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2pPr>
            <a:lvl3pPr marL="1950525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5787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05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312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1575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6837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10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8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7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876304"/>
            <a:ext cx="1892808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4034791"/>
            <a:ext cx="9284016" cy="1977389"/>
          </a:xfrm>
        </p:spPr>
        <p:txBody>
          <a:bodyPr anchor="b"/>
          <a:lstStyle>
            <a:lvl1pPr marL="0" indent="0">
              <a:buNone/>
              <a:defRPr sz="5119" b="1"/>
            </a:lvl1pPr>
            <a:lvl2pPr marL="975262" indent="0">
              <a:buNone/>
              <a:defRPr sz="4266" b="1"/>
            </a:lvl2pPr>
            <a:lvl3pPr marL="1950525" indent="0">
              <a:buNone/>
              <a:defRPr sz="3840" b="1"/>
            </a:lvl3pPr>
            <a:lvl4pPr marL="2925787" indent="0">
              <a:buNone/>
              <a:defRPr sz="3413" b="1"/>
            </a:lvl4pPr>
            <a:lvl5pPr marL="3901050" indent="0">
              <a:buNone/>
              <a:defRPr sz="3413" b="1"/>
            </a:lvl5pPr>
            <a:lvl6pPr marL="4876312" indent="0">
              <a:buNone/>
              <a:defRPr sz="3413" b="1"/>
            </a:lvl6pPr>
            <a:lvl7pPr marL="5851575" indent="0">
              <a:buNone/>
              <a:defRPr sz="3413" b="1"/>
            </a:lvl7pPr>
            <a:lvl8pPr marL="6826837" indent="0">
              <a:buNone/>
              <a:defRPr sz="3413" b="1"/>
            </a:lvl8pPr>
            <a:lvl9pPr marL="7802100" indent="0">
              <a:buNone/>
              <a:defRPr sz="34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6012180"/>
            <a:ext cx="9284016" cy="8843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2" y="4034791"/>
            <a:ext cx="9329738" cy="1977389"/>
          </a:xfrm>
        </p:spPr>
        <p:txBody>
          <a:bodyPr anchor="b"/>
          <a:lstStyle>
            <a:lvl1pPr marL="0" indent="0">
              <a:buNone/>
              <a:defRPr sz="5119" b="1"/>
            </a:lvl1pPr>
            <a:lvl2pPr marL="975262" indent="0">
              <a:buNone/>
              <a:defRPr sz="4266" b="1"/>
            </a:lvl2pPr>
            <a:lvl3pPr marL="1950525" indent="0">
              <a:buNone/>
              <a:defRPr sz="3840" b="1"/>
            </a:lvl3pPr>
            <a:lvl4pPr marL="2925787" indent="0">
              <a:buNone/>
              <a:defRPr sz="3413" b="1"/>
            </a:lvl4pPr>
            <a:lvl5pPr marL="3901050" indent="0">
              <a:buNone/>
              <a:defRPr sz="3413" b="1"/>
            </a:lvl5pPr>
            <a:lvl6pPr marL="4876312" indent="0">
              <a:buNone/>
              <a:defRPr sz="3413" b="1"/>
            </a:lvl6pPr>
            <a:lvl7pPr marL="5851575" indent="0">
              <a:buNone/>
              <a:defRPr sz="3413" b="1"/>
            </a:lvl7pPr>
            <a:lvl8pPr marL="6826837" indent="0">
              <a:buNone/>
              <a:defRPr sz="3413" b="1"/>
            </a:lvl8pPr>
            <a:lvl9pPr marL="7802100" indent="0">
              <a:buNone/>
              <a:defRPr sz="34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2" y="6012180"/>
            <a:ext cx="9329738" cy="8843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8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1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6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369824"/>
            <a:ext cx="11109960" cy="11696700"/>
          </a:xfrm>
        </p:spPr>
        <p:txBody>
          <a:bodyPr/>
          <a:lstStyle>
            <a:lvl1pPr>
              <a:defRPr sz="6826"/>
            </a:lvl1pPr>
            <a:lvl2pPr>
              <a:defRPr sz="5973"/>
            </a:lvl2pPr>
            <a:lvl3pPr>
              <a:defRPr sz="5119"/>
            </a:lvl3pPr>
            <a:lvl4pPr>
              <a:defRPr sz="4266"/>
            </a:lvl4pPr>
            <a:lvl5pPr>
              <a:defRPr sz="4266"/>
            </a:lvl5pPr>
            <a:lvl6pPr>
              <a:defRPr sz="4266"/>
            </a:lvl6pPr>
            <a:lvl7pPr>
              <a:defRPr sz="4266"/>
            </a:lvl7pPr>
            <a:lvl8pPr>
              <a:defRPr sz="4266"/>
            </a:lvl8pPr>
            <a:lvl9pPr>
              <a:defRPr sz="426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413"/>
            </a:lvl1pPr>
            <a:lvl2pPr marL="975262" indent="0">
              <a:buNone/>
              <a:defRPr sz="2986"/>
            </a:lvl2pPr>
            <a:lvl3pPr marL="1950525" indent="0">
              <a:buNone/>
              <a:defRPr sz="2560"/>
            </a:lvl3pPr>
            <a:lvl4pPr marL="2925787" indent="0">
              <a:buNone/>
              <a:defRPr sz="2133"/>
            </a:lvl4pPr>
            <a:lvl5pPr marL="3901050" indent="0">
              <a:buNone/>
              <a:defRPr sz="2133"/>
            </a:lvl5pPr>
            <a:lvl6pPr marL="4876312" indent="0">
              <a:buNone/>
              <a:defRPr sz="2133"/>
            </a:lvl6pPr>
            <a:lvl7pPr marL="5851575" indent="0">
              <a:buNone/>
              <a:defRPr sz="2133"/>
            </a:lvl7pPr>
            <a:lvl8pPr marL="6826837" indent="0">
              <a:buNone/>
              <a:defRPr sz="2133"/>
            </a:lvl8pPr>
            <a:lvl9pPr marL="7802100" indent="0">
              <a:buNone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1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6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369824"/>
            <a:ext cx="11109960" cy="11696700"/>
          </a:xfrm>
        </p:spPr>
        <p:txBody>
          <a:bodyPr anchor="t"/>
          <a:lstStyle>
            <a:lvl1pPr marL="0" indent="0">
              <a:buNone/>
              <a:defRPr sz="6826"/>
            </a:lvl1pPr>
            <a:lvl2pPr marL="975262" indent="0">
              <a:buNone/>
              <a:defRPr sz="5973"/>
            </a:lvl2pPr>
            <a:lvl3pPr marL="1950525" indent="0">
              <a:buNone/>
              <a:defRPr sz="5119"/>
            </a:lvl3pPr>
            <a:lvl4pPr marL="2925787" indent="0">
              <a:buNone/>
              <a:defRPr sz="4266"/>
            </a:lvl4pPr>
            <a:lvl5pPr marL="3901050" indent="0">
              <a:buNone/>
              <a:defRPr sz="4266"/>
            </a:lvl5pPr>
            <a:lvl6pPr marL="4876312" indent="0">
              <a:buNone/>
              <a:defRPr sz="4266"/>
            </a:lvl6pPr>
            <a:lvl7pPr marL="5851575" indent="0">
              <a:buNone/>
              <a:defRPr sz="4266"/>
            </a:lvl7pPr>
            <a:lvl8pPr marL="6826837" indent="0">
              <a:buNone/>
              <a:defRPr sz="4266"/>
            </a:lvl8pPr>
            <a:lvl9pPr marL="7802100" indent="0">
              <a:buNone/>
              <a:defRPr sz="42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413"/>
            </a:lvl1pPr>
            <a:lvl2pPr marL="975262" indent="0">
              <a:buNone/>
              <a:defRPr sz="2986"/>
            </a:lvl2pPr>
            <a:lvl3pPr marL="1950525" indent="0">
              <a:buNone/>
              <a:defRPr sz="2560"/>
            </a:lvl3pPr>
            <a:lvl4pPr marL="2925787" indent="0">
              <a:buNone/>
              <a:defRPr sz="2133"/>
            </a:lvl4pPr>
            <a:lvl5pPr marL="3901050" indent="0">
              <a:buNone/>
              <a:defRPr sz="2133"/>
            </a:lvl5pPr>
            <a:lvl6pPr marL="4876312" indent="0">
              <a:buNone/>
              <a:defRPr sz="2133"/>
            </a:lvl6pPr>
            <a:lvl7pPr marL="5851575" indent="0">
              <a:buNone/>
              <a:defRPr sz="2133"/>
            </a:lvl7pPr>
            <a:lvl8pPr marL="6826837" indent="0">
              <a:buNone/>
              <a:defRPr sz="2133"/>
            </a:lvl8pPr>
            <a:lvl9pPr marL="7802100" indent="0">
              <a:buNone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2" y="876300"/>
            <a:ext cx="473202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2" y="876300"/>
            <a:ext cx="13921740" cy="139484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5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876304"/>
            <a:ext cx="1892808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4381500"/>
            <a:ext cx="1892808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5255244"/>
            <a:ext cx="740664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1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50525" rtl="0" eaLnBrk="1" latinLnBrk="0" hangingPunct="1">
        <a:lnSpc>
          <a:spcPct val="90000"/>
        </a:lnSpc>
        <a:spcBef>
          <a:spcPct val="0"/>
        </a:spcBef>
        <a:buNone/>
        <a:defRPr sz="9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31" indent="-487631" algn="l" defTabSz="1950525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2894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19" kern="1200">
          <a:solidFill>
            <a:schemeClr val="tx1"/>
          </a:solidFill>
          <a:latin typeface="+mn-lt"/>
          <a:ea typeface="+mn-ea"/>
          <a:cs typeface="+mn-cs"/>
        </a:defRPr>
      </a:lvl2pPr>
      <a:lvl3pPr marL="2438156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3pPr>
      <a:lvl4pPr marL="3413419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8681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3944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206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4468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89731" indent="-487631" algn="l" defTabSz="195052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262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525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5787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05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312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1575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6837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100" algn="l" defTabSz="1950525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92A9792B-AEE6-7FE1-EE79-8A671EF32A5D}"/>
              </a:ext>
            </a:extLst>
          </p:cNvPr>
          <p:cNvSpPr/>
          <p:nvPr/>
        </p:nvSpPr>
        <p:spPr>
          <a:xfrm>
            <a:off x="15812923" y="8891186"/>
            <a:ext cx="5922658" cy="65675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0E3B318-3A96-3DCD-5428-BE08D34C35B4}"/>
              </a:ext>
            </a:extLst>
          </p:cNvPr>
          <p:cNvSpPr/>
          <p:nvPr/>
        </p:nvSpPr>
        <p:spPr>
          <a:xfrm>
            <a:off x="9249133" y="8891186"/>
            <a:ext cx="6442592" cy="65675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3C867-B3D6-4C39-8B9F-FCDACBB0336D}"/>
              </a:ext>
            </a:extLst>
          </p:cNvPr>
          <p:cNvSpPr/>
          <p:nvPr/>
        </p:nvSpPr>
        <p:spPr>
          <a:xfrm>
            <a:off x="15914814" y="9911345"/>
            <a:ext cx="5695010" cy="5402698"/>
          </a:xfrm>
          <a:prstGeom prst="rect">
            <a:avLst/>
          </a:prstGeom>
          <a:solidFill>
            <a:srgbClr val="1B1B3A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endParaRPr lang="en-US" sz="8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03C34-F3CB-4D7E-BED6-4912BED00063}"/>
              </a:ext>
            </a:extLst>
          </p:cNvPr>
          <p:cNvSpPr/>
          <p:nvPr/>
        </p:nvSpPr>
        <p:spPr>
          <a:xfrm>
            <a:off x="0" y="0"/>
            <a:ext cx="8277726" cy="16459200"/>
          </a:xfrm>
          <a:prstGeom prst="rect">
            <a:avLst/>
          </a:prstGeom>
          <a:solidFill>
            <a:srgbClr val="1B1B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endParaRPr lang="en-US" sz="8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1600C-5D44-4BE7-8500-7C17A936BFE4}"/>
              </a:ext>
            </a:extLst>
          </p:cNvPr>
          <p:cNvSpPr txBox="1"/>
          <p:nvPr/>
        </p:nvSpPr>
        <p:spPr>
          <a:xfrm>
            <a:off x="577516" y="1070470"/>
            <a:ext cx="7422147" cy="351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5555" dirty="0">
                <a:solidFill>
                  <a:prstClr val="whit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Correlates of war  (COW) Dataset </a:t>
            </a:r>
            <a:r>
              <a:rPr lang="en-US" sz="5555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Germany fights a lot</a:t>
            </a:r>
          </a:p>
          <a:p>
            <a:pPr defTabSz="203180"/>
            <a:r>
              <a:rPr lang="en-US" sz="5555" dirty="0">
                <a:solidFill>
                  <a:srgbClr val="FFC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China Losses a lot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B02B3-FF6D-4ED8-9042-A3C19D418301}"/>
              </a:ext>
            </a:extLst>
          </p:cNvPr>
          <p:cNvSpPr/>
          <p:nvPr/>
        </p:nvSpPr>
        <p:spPr>
          <a:xfrm>
            <a:off x="9245600" y="1375396"/>
            <a:ext cx="11670398" cy="68872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DCBAC-78BF-402D-9060-61A22D93863D}"/>
              </a:ext>
            </a:extLst>
          </p:cNvPr>
          <p:cNvSpPr/>
          <p:nvPr/>
        </p:nvSpPr>
        <p:spPr>
          <a:xfrm>
            <a:off x="9340770" y="9911345"/>
            <a:ext cx="6282266" cy="5411651"/>
          </a:xfrm>
          <a:prstGeom prst="rect">
            <a:avLst/>
          </a:prstGeom>
          <a:solidFill>
            <a:srgbClr val="1B1B3A"/>
          </a:solidFill>
          <a:ln>
            <a:noFill/>
          </a:ln>
          <a:effectLst>
            <a:outerShdw blurRad="723900" dist="1143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03180"/>
            <a:r>
              <a:rPr lang="en-US" sz="800" dirty="0">
                <a:solidFill>
                  <a:prstClr val="white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E1A1E-2D7E-4B05-BE73-DD92B6042928}"/>
              </a:ext>
            </a:extLst>
          </p:cNvPr>
          <p:cNvSpPr txBox="1"/>
          <p:nvPr/>
        </p:nvSpPr>
        <p:spPr>
          <a:xfrm>
            <a:off x="9738854" y="746892"/>
            <a:ext cx="4105475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prstClr val="black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Definition of a War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76E88D-576A-402A-B2C7-5209071C12AC}"/>
              </a:ext>
            </a:extLst>
          </p:cNvPr>
          <p:cNvSpPr txBox="1"/>
          <p:nvPr/>
        </p:nvSpPr>
        <p:spPr>
          <a:xfrm>
            <a:off x="9448158" y="9134573"/>
            <a:ext cx="4994036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2133" dirty="0">
                <a:solidFill>
                  <a:prstClr val="black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Germanies top foes are a result of </a:t>
            </a:r>
            <a:r>
              <a:rPr lang="en-US" sz="2133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	</a:t>
            </a:r>
            <a:r>
              <a:rPr lang="en-US" sz="2133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World War 1 and World War 2.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D190E1-C93F-4200-9000-A25622CEB933}"/>
              </a:ext>
            </a:extLst>
          </p:cNvPr>
          <p:cNvSpPr txBox="1"/>
          <p:nvPr/>
        </p:nvSpPr>
        <p:spPr>
          <a:xfrm>
            <a:off x="16004286" y="9162550"/>
            <a:ext cx="5731295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2133" dirty="0">
                <a:solidFill>
                  <a:prstClr val="black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Historians Call this time in China’s history the </a:t>
            </a:r>
          </a:p>
          <a:p>
            <a:pPr defTabSz="203180"/>
            <a:r>
              <a:rPr lang="en-US" sz="2133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	Century of Humiliation.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42AD38-13F3-3C9E-B7A1-11ACE06CE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47" b="17447"/>
          <a:stretch/>
        </p:blipFill>
        <p:spPr>
          <a:xfrm>
            <a:off x="190602" y="5505311"/>
            <a:ext cx="7896520" cy="4284274"/>
          </a:xfrm>
          <a:prstGeom prst="rect">
            <a:avLst/>
          </a:prstGeom>
        </p:spPr>
      </p:pic>
      <p:pic>
        <p:nvPicPr>
          <p:cNvPr id="39" name="Picture 38" descr="A pie chart with a red triangle and blue triangle&#10;&#10;AI-generated content may be incorrect.">
            <a:extLst>
              <a:ext uri="{FF2B5EF4-FFF2-40B4-BE49-F238E27FC236}">
                <a16:creationId xmlns:a16="http://schemas.microsoft.com/office/drawing/2014/main" id="{2FEFF052-1589-B23F-1A17-C6A3646AE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8799" y="9939172"/>
            <a:ext cx="5282267" cy="528226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13B1A6E-ECB8-0847-21EB-E772C9087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7224" r="8060" b="7224"/>
          <a:stretch/>
        </p:blipFill>
        <p:spPr>
          <a:xfrm>
            <a:off x="9340770" y="10029810"/>
            <a:ext cx="6057980" cy="529318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BE3278B-61E5-14EA-96C2-17A941AB8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1714" y="1995890"/>
            <a:ext cx="4299128" cy="5298123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28119F9-E9A6-784E-27F4-E6E804C342E8}"/>
              </a:ext>
            </a:extLst>
          </p:cNvPr>
          <p:cNvCxnSpPr/>
          <p:nvPr/>
        </p:nvCxnSpPr>
        <p:spPr>
          <a:xfrm>
            <a:off x="15789349" y="1967023"/>
            <a:ext cx="0" cy="5284382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D88846-6D1A-3AC0-D3CC-D343C84C8E7F}"/>
              </a:ext>
            </a:extLst>
          </p:cNvPr>
          <p:cNvCxnSpPr>
            <a:cxnSpLocks/>
          </p:cNvCxnSpPr>
          <p:nvPr/>
        </p:nvCxnSpPr>
        <p:spPr>
          <a:xfrm flipH="1" flipV="1">
            <a:off x="16081714" y="1781806"/>
            <a:ext cx="4299128" cy="4464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0DB5EA7-4E9E-49F2-3F72-74B030071493}"/>
              </a:ext>
            </a:extLst>
          </p:cNvPr>
          <p:cNvSpPr txBox="1"/>
          <p:nvPr/>
        </p:nvSpPr>
        <p:spPr>
          <a:xfrm>
            <a:off x="15107443" y="446028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00D670-67A1-3E8E-8490-85E5E1D5AAB2}"/>
              </a:ext>
            </a:extLst>
          </p:cNvPr>
          <p:cNvSpPr txBox="1"/>
          <p:nvPr/>
        </p:nvSpPr>
        <p:spPr>
          <a:xfrm>
            <a:off x="17963416" y="13456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pic>
        <p:nvPicPr>
          <p:cNvPr id="54" name="Picture 53" descr="A pattern of black silhouettes of people in hats&#10;&#10;AI-generated content may be incorrect.">
            <a:extLst>
              <a:ext uri="{FF2B5EF4-FFF2-40B4-BE49-F238E27FC236}">
                <a16:creationId xmlns:a16="http://schemas.microsoft.com/office/drawing/2014/main" id="{59521C8A-90C4-DF33-338A-A877D3E69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814" y="1570580"/>
            <a:ext cx="3217830" cy="3917358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63B3EF-BCE9-9993-DE4F-DF9C9F5C8A6B}"/>
              </a:ext>
            </a:extLst>
          </p:cNvPr>
          <p:cNvCxnSpPr>
            <a:cxnSpLocks/>
          </p:cNvCxnSpPr>
          <p:nvPr/>
        </p:nvCxnSpPr>
        <p:spPr>
          <a:xfrm>
            <a:off x="11626137" y="1751538"/>
            <a:ext cx="0" cy="3736400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E399B2E-61F8-252B-1C31-B9F68600F569}"/>
              </a:ext>
            </a:extLst>
          </p:cNvPr>
          <p:cNvCxnSpPr>
            <a:cxnSpLocks/>
          </p:cNvCxnSpPr>
          <p:nvPr/>
        </p:nvCxnSpPr>
        <p:spPr>
          <a:xfrm>
            <a:off x="11857995" y="5731659"/>
            <a:ext cx="3102026" cy="0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1850896-B4A9-D271-B13E-528928950739}"/>
              </a:ext>
            </a:extLst>
          </p:cNvPr>
          <p:cNvSpPr txBox="1"/>
          <p:nvPr/>
        </p:nvSpPr>
        <p:spPr>
          <a:xfrm>
            <a:off x="13158867" y="57816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09CE50-5CCA-010D-CB1F-C0DC24156F48}"/>
              </a:ext>
            </a:extLst>
          </p:cNvPr>
          <p:cNvSpPr txBox="1"/>
          <p:nvPr/>
        </p:nvSpPr>
        <p:spPr>
          <a:xfrm>
            <a:off x="11138980" y="32768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61" name="Picture 60" descr="Silhouette of a person in a hat&#10;&#10;AI-generated content may be incorrect.">
            <a:extLst>
              <a:ext uri="{FF2B5EF4-FFF2-40B4-BE49-F238E27FC236}">
                <a16:creationId xmlns:a16="http://schemas.microsoft.com/office/drawing/2014/main" id="{039FCC7C-B387-C4F5-E15B-BF04256B18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227" y="1711055"/>
            <a:ext cx="1919819" cy="191981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7C9B4BD-36EF-3AB7-0467-2456564C7844}"/>
              </a:ext>
            </a:extLst>
          </p:cNvPr>
          <p:cNvSpPr txBox="1"/>
          <p:nvPr/>
        </p:nvSpPr>
        <p:spPr>
          <a:xfrm>
            <a:off x="9649635" y="6586491"/>
            <a:ext cx="4994036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2133" dirty="0">
                <a:solidFill>
                  <a:prstClr val="black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100 Deaths per side</a:t>
            </a:r>
          </a:p>
          <a:p>
            <a:pPr defTabSz="203180"/>
            <a:r>
              <a:rPr lang="en-US" sz="2133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	</a:t>
            </a:r>
            <a:r>
              <a:rPr lang="en-US" sz="2133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1000 committed troops per side.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D1A5C62-0A68-40A7-2678-599973F875C6}"/>
              </a:ext>
            </a:extLst>
          </p:cNvPr>
          <p:cNvCxnSpPr>
            <a:cxnSpLocks/>
          </p:cNvCxnSpPr>
          <p:nvPr/>
        </p:nvCxnSpPr>
        <p:spPr>
          <a:xfrm>
            <a:off x="9824484" y="3773813"/>
            <a:ext cx="1148316" cy="0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A0957AA-C7E5-8BB4-8A6B-30A2EAA3D432}"/>
              </a:ext>
            </a:extLst>
          </p:cNvPr>
          <p:cNvCxnSpPr>
            <a:cxnSpLocks/>
          </p:cNvCxnSpPr>
          <p:nvPr/>
        </p:nvCxnSpPr>
        <p:spPr>
          <a:xfrm>
            <a:off x="9633227" y="1995890"/>
            <a:ext cx="0" cy="1623848"/>
          </a:xfrm>
          <a:prstGeom prst="straightConnector1">
            <a:avLst/>
          </a:prstGeom>
          <a:ln w="19050">
            <a:solidFill>
              <a:srgbClr val="1B1B3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5FAD23A-4FAB-35C6-F44B-1B2E84845669}"/>
              </a:ext>
            </a:extLst>
          </p:cNvPr>
          <p:cNvSpPr txBox="1"/>
          <p:nvPr/>
        </p:nvSpPr>
        <p:spPr>
          <a:xfrm>
            <a:off x="10293221" y="38187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A6E448-083F-1BC7-0BE8-CAF034EF0CB1}"/>
              </a:ext>
            </a:extLst>
          </p:cNvPr>
          <p:cNvSpPr txBox="1"/>
          <p:nvPr/>
        </p:nvSpPr>
        <p:spPr>
          <a:xfrm>
            <a:off x="9297315" y="26231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5773B93-1500-7AD7-1DB1-C54426CA1648}"/>
              </a:ext>
            </a:extLst>
          </p:cNvPr>
          <p:cNvCxnSpPr>
            <a:cxnSpLocks/>
          </p:cNvCxnSpPr>
          <p:nvPr/>
        </p:nvCxnSpPr>
        <p:spPr>
          <a:xfrm flipV="1">
            <a:off x="296843" y="13216269"/>
            <a:ext cx="7702820" cy="22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585DF58-6B2A-6F38-5524-40C1513113FE}"/>
              </a:ext>
            </a:extLst>
          </p:cNvPr>
          <p:cNvCxnSpPr>
            <a:cxnSpLocks/>
          </p:cNvCxnSpPr>
          <p:nvPr/>
        </p:nvCxnSpPr>
        <p:spPr>
          <a:xfrm>
            <a:off x="1168143" y="13089628"/>
            <a:ext cx="0" cy="257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077D65F-E6A5-71DD-35C8-77F6D2FBD0C2}"/>
              </a:ext>
            </a:extLst>
          </p:cNvPr>
          <p:cNvSpPr txBox="1"/>
          <p:nvPr/>
        </p:nvSpPr>
        <p:spPr>
          <a:xfrm>
            <a:off x="154500" y="13345145"/>
            <a:ext cx="2027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D5200"/>
                </a:solidFill>
              </a:rPr>
              <a:t>Declaration of War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B3368E-3FC0-6384-9B59-C6B631E550E2}"/>
              </a:ext>
            </a:extLst>
          </p:cNvPr>
          <p:cNvSpPr txBox="1"/>
          <p:nvPr/>
        </p:nvSpPr>
        <p:spPr>
          <a:xfrm>
            <a:off x="335776" y="12655859"/>
            <a:ext cx="167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June 12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, 1941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E16FE9B-D877-49EB-AFB7-56AFF5D75A51}"/>
              </a:ext>
            </a:extLst>
          </p:cNvPr>
          <p:cNvCxnSpPr>
            <a:cxnSpLocks/>
          </p:cNvCxnSpPr>
          <p:nvPr/>
        </p:nvCxnSpPr>
        <p:spPr>
          <a:xfrm>
            <a:off x="3042927" y="13089628"/>
            <a:ext cx="0" cy="2577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0C51FC5-3615-0491-70B6-6F45F46FED78}"/>
              </a:ext>
            </a:extLst>
          </p:cNvPr>
          <p:cNvSpPr txBox="1"/>
          <p:nvPr/>
        </p:nvSpPr>
        <p:spPr>
          <a:xfrm>
            <a:off x="2313720" y="13347379"/>
            <a:ext cx="145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D5200"/>
                </a:solidFill>
              </a:rPr>
              <a:t>First Conflict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302F9F-5EF6-5EE8-7689-0CAAA6D6898D}"/>
              </a:ext>
            </a:extLst>
          </p:cNvPr>
          <p:cNvSpPr txBox="1"/>
          <p:nvPr/>
        </p:nvSpPr>
        <p:spPr>
          <a:xfrm>
            <a:off x="2077628" y="12663389"/>
            <a:ext cx="1930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August 18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,1941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4F1C580-AE87-3D35-9088-4F0010243762}"/>
              </a:ext>
            </a:extLst>
          </p:cNvPr>
          <p:cNvCxnSpPr>
            <a:cxnSpLocks/>
          </p:cNvCxnSpPr>
          <p:nvPr/>
        </p:nvCxnSpPr>
        <p:spPr>
          <a:xfrm>
            <a:off x="5248726" y="13089628"/>
            <a:ext cx="0" cy="2577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964EAB0-95B1-03E5-F577-D76DEC07A100}"/>
              </a:ext>
            </a:extLst>
          </p:cNvPr>
          <p:cNvCxnSpPr>
            <a:cxnSpLocks/>
          </p:cNvCxnSpPr>
          <p:nvPr/>
        </p:nvCxnSpPr>
        <p:spPr>
          <a:xfrm>
            <a:off x="7213866" y="13087394"/>
            <a:ext cx="0" cy="2577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8D13741-CB2E-A59B-07BE-5C44249CCE68}"/>
              </a:ext>
            </a:extLst>
          </p:cNvPr>
          <p:cNvSpPr txBox="1"/>
          <p:nvPr/>
        </p:nvSpPr>
        <p:spPr>
          <a:xfrm>
            <a:off x="6847002" y="13345145"/>
            <a:ext cx="73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D5200"/>
                </a:solidFill>
              </a:rPr>
              <a:t>Truce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E8BE73-3BC3-F78E-1F19-0C33CD41B4E4}"/>
              </a:ext>
            </a:extLst>
          </p:cNvPr>
          <p:cNvSpPr txBox="1"/>
          <p:nvPr/>
        </p:nvSpPr>
        <p:spPr>
          <a:xfrm>
            <a:off x="6071617" y="12663389"/>
            <a:ext cx="2222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December 20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,1945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494916-B1F7-566B-D1F2-D47482332A91}"/>
              </a:ext>
            </a:extLst>
          </p:cNvPr>
          <p:cNvSpPr txBox="1"/>
          <p:nvPr/>
        </p:nvSpPr>
        <p:spPr>
          <a:xfrm>
            <a:off x="4522469" y="13345145"/>
            <a:ext cx="145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D5200"/>
                </a:solidFill>
              </a:rPr>
              <a:t>Last Conflict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64211E-30EC-25C2-D161-B1DD421A63EE}"/>
              </a:ext>
            </a:extLst>
          </p:cNvPr>
          <p:cNvSpPr txBox="1"/>
          <p:nvPr/>
        </p:nvSpPr>
        <p:spPr>
          <a:xfrm>
            <a:off x="4137684" y="12663389"/>
            <a:ext cx="193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January 27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,1944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67FFF17-C3F8-31B7-7BA9-6C7DF298432C}"/>
              </a:ext>
            </a:extLst>
          </p:cNvPr>
          <p:cNvCxnSpPr>
            <a:cxnSpLocks/>
          </p:cNvCxnSpPr>
          <p:nvPr/>
        </p:nvCxnSpPr>
        <p:spPr>
          <a:xfrm>
            <a:off x="3057104" y="13216269"/>
            <a:ext cx="219162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57F93F0-C688-61CF-C050-1924D0DFC939}"/>
              </a:ext>
            </a:extLst>
          </p:cNvPr>
          <p:cNvSpPr txBox="1"/>
          <p:nvPr/>
        </p:nvSpPr>
        <p:spPr>
          <a:xfrm>
            <a:off x="2704020" y="11438958"/>
            <a:ext cx="3636898" cy="63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03180"/>
            <a:r>
              <a:rPr lang="en-US" sz="3555" dirty="0">
                <a:solidFill>
                  <a:schemeClr val="bg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Definition of a war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71D0E93-092B-2214-E0A5-345F6F8A4BB0}"/>
              </a:ext>
            </a:extLst>
          </p:cNvPr>
          <p:cNvSpPr txBox="1"/>
          <p:nvPr/>
        </p:nvSpPr>
        <p:spPr>
          <a:xfrm>
            <a:off x="9272081" y="12346643"/>
            <a:ext cx="1200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Hass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12BA520-D0D9-042E-402A-39E230888B7B}"/>
              </a:ext>
            </a:extLst>
          </p:cNvPr>
          <p:cNvSpPr txBox="1"/>
          <p:nvPr/>
        </p:nvSpPr>
        <p:spPr>
          <a:xfrm>
            <a:off x="14434243" y="12444932"/>
            <a:ext cx="1200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bg1"/>
                </a:solidFill>
              </a:rPr>
              <a:t>gary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0848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3C6E6211AE4682373817AC56E231" ma:contentTypeVersion="5" ma:contentTypeDescription="Create a new document." ma:contentTypeScope="" ma:versionID="f968ebb7d937df8be9d3552f263901f6">
  <xsd:schema xmlns:xsd="http://www.w3.org/2001/XMLSchema" xmlns:xs="http://www.w3.org/2001/XMLSchema" xmlns:p="http://schemas.microsoft.com/office/2006/metadata/properties" xmlns:ns3="70ed7a74-ed82-44e2-8568-80a9bce61ca4" targetNamespace="http://schemas.microsoft.com/office/2006/metadata/properties" ma:root="true" ma:fieldsID="3bfb2c5a5e0b61146933dfc5d386378e" ns3:_="">
    <xsd:import namespace="70ed7a74-ed82-44e2-8568-80a9bce61c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d7a74-ed82-44e2-8568-80a9bce61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ed7a74-ed82-44e2-8568-80a9bce61ca4" xsi:nil="true"/>
  </documentManagement>
</p:properties>
</file>

<file path=customXml/itemProps1.xml><?xml version="1.0" encoding="utf-8"?>
<ds:datastoreItem xmlns:ds="http://schemas.openxmlformats.org/officeDocument/2006/customXml" ds:itemID="{F24F491E-1ADF-40C7-B1A3-B86B7BDF0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d7a74-ed82-44e2-8568-80a9bce61c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044EC6-389F-48D9-967E-5C47B5C7CF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450C57-2086-4451-B91D-2441B6A396D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70ed7a74-ed82-44e2-8568-80a9bce61ca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101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Segoe UI</vt:lpstr>
      <vt:lpstr>Segoe UI Black</vt:lpstr>
      <vt:lpstr>Segoe UI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Cobb27</dc:creator>
  <cp:lastModifiedBy>Samuel Cobb27</cp:lastModifiedBy>
  <cp:revision>1</cp:revision>
  <dcterms:created xsi:type="dcterms:W3CDTF">2025-03-24T03:59:31Z</dcterms:created>
  <dcterms:modified xsi:type="dcterms:W3CDTF">2025-03-24T08:03:54Z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0x0101005BAD3C6E6211AE4682373817AC56E231</vt:lpwstr>
  </property>
</Properties>
</file>